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31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OOP 2  ·  MSC1052  ·  SPRING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188720" y="1737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88720" y="25146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 Monitor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8872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Qt 6 desktop application reading the Linux /proc filesystem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4114800"/>
            <a:ext cx="10058400" cy="18288"/>
          </a:xfrm>
          <a:prstGeom prst="rect">
            <a:avLst/>
          </a:prstGeom>
          <a:solidFill>
            <a:srgbClr val="2A3441"/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SUSAMBIL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Karimov Shermuhammad  ·  U2510108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Zoxidov Mirahmad  ·  U2510110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Faxriddinov Husniddin  ·  U2510116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Zayniddinov Fazliddin  ·  U2510201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Shaislamov Shakhruz  ·  U2510293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Idrisov Shohjahon  ·  U2510137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5943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6172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Sharof Suvonov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desktop monitor that visualizes live Linux system activity, while exercising every major OOP concept from the course.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434840"/>
            <a:ext cx="2057400" cy="7315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4892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/proc every 0.5–2s and renders a live CPU graph + process table.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443484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4434840"/>
            <a:ext cx="2057400" cy="7315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53512" y="4892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inheritance, polymorphism, templates, exceptions, file I/O.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443484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4434840"/>
            <a:ext cx="2057400" cy="7315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93792" y="4892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6 + C++17 + CMake — runs on Ubuntu, Fedora, Arch with one build command.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Activity Monitor  ·  OOP 2 (MSC1052)  ·  Spring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31E0601-76DA-F4CF-531C-70ED3B757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682" y="2044814"/>
            <a:ext cx="4726452" cy="39570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Susambil  ·  6 members, 3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1089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108960" cy="91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6 graphical interface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365760" cy="3657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Shermuhammad Karimov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401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U2510108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Mirahmad Zoxidov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178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U2510110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1828800"/>
            <a:ext cx="31089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828800"/>
            <a:ext cx="3108960" cy="9144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0060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/proc readers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365760" cy="36576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Husniddin Faxriddinov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401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U2510116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Fazliddin Zayniddinov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4178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U2510201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4663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Shakhruz Shaislamov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4956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U2510293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1828800"/>
            <a:ext cx="31089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1828800"/>
            <a:ext cx="3108960" cy="91440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77824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Logger, templates &amp; helpers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778240" y="2880360"/>
            <a:ext cx="365760" cy="36576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Shohjahon Idrisov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78240" y="3401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U2510137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Collaborated through GitHub  ·  github.com/BigOtron/susambil-project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Activity Monitor  ·  OOP 2 (MSC1052)  ·  Spring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91440" cy="1234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C++17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679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STL, smart pointers, lambdas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874520"/>
            <a:ext cx="91440" cy="1234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 6.2+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679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QMainWindow, QPainter, signals &amp; slots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91840"/>
            <a:ext cx="91440" cy="1234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657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3.16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4096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Out-of-source, cross-distro support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291840"/>
            <a:ext cx="91440" cy="1234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3657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11+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46520" y="4096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Clang 14+, C++17 required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709160"/>
            <a:ext cx="91440" cy="1234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46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5074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2960" y="5513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virtual filesystem (no libs)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70916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4709160"/>
            <a:ext cx="91440" cy="1234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846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5074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446520" y="5513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pull requests, code review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Activity Monitor  ·  OOP 2 (MSC1052)  ·  Spring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CPU graph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240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60-second line graph rendered with QPainter, with gradient fill and grid lines.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457200" cy="45720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2240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running process with PID, name, CPU %, memory, threads, state — sortable by any column.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Configurable refresh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703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500 ms / 1000 ms / 2000 ms update intervals from the View menu.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337560"/>
            <a:ext cx="457200" cy="45720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filter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3703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text in the filter box to instantly hide processes whose name doesn't match.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coloring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5166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processes shown in red, stopped in yellow, high-CPU (&gt;50%) in orange.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4800600"/>
            <a:ext cx="457200" cy="45720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 logging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12280" y="5166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events, errors and ticks written to monitor.log with timestamps via singleton Logger.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Activity Monitor  ·  OOP 2 (MSC1052)  ·  Spring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8686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09728" cy="10058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993392"/>
            <a:ext cx="137160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99339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993392"/>
            <a:ext cx="137160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99339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CpuGraphWidget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993392"/>
            <a:ext cx="137160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99339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ProcessTableModel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35240" y="1993392"/>
            <a:ext cx="137160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99339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AboutDialog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907792"/>
            <a:ext cx="36576" cy="365760"/>
          </a:xfrm>
          <a:prstGeom prst="rect">
            <a:avLst/>
          </a:prstGeom>
          <a:solidFill>
            <a:srgbClr val="5A6675"/>
          </a:solidFill>
          <a:ln w="12700">
            <a:solidFill>
              <a:srgbClr val="5A667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37560"/>
            <a:ext cx="8686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37560"/>
            <a:ext cx="109728" cy="100584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46120" y="3502152"/>
            <a:ext cx="137160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50215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IDataReader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502152"/>
            <a:ext cx="137160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50215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SystemInfo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502152"/>
            <a:ext cx="137160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350215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CpuInfo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502152"/>
            <a:ext cx="137160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350215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ProcessInfo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4416552"/>
            <a:ext cx="36576" cy="365760"/>
          </a:xfrm>
          <a:prstGeom prst="rect">
            <a:avLst/>
          </a:prstGeom>
          <a:solidFill>
            <a:srgbClr val="5A6675"/>
          </a:solidFill>
          <a:ln w="12700">
            <a:solidFill>
              <a:srgbClr val="5A66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846320"/>
            <a:ext cx="8686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846320"/>
            <a:ext cx="109728" cy="1005840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937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46120" y="5010912"/>
            <a:ext cx="137160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501091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/proc/stat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5010912"/>
            <a:ext cx="137160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501091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/proc/[pid]/stat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5010912"/>
            <a:ext cx="137160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501091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/proc/[pid]/status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35240" y="5010912"/>
            <a:ext cx="137160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501091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kernel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509760" y="1828800"/>
            <a:ext cx="2103120" cy="4023360"/>
          </a:xfrm>
          <a:prstGeom prst="rect">
            <a:avLst/>
          </a:prstGeom>
          <a:solidFill>
            <a:srgbClr val="1A2028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0976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50976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692640" y="2788920"/>
            <a:ext cx="1737360" cy="777240"/>
          </a:xfrm>
          <a:prstGeom prst="rect">
            <a:avLst/>
          </a:prstGeom>
          <a:solidFill>
            <a:srgbClr val="2A3441"/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92640" y="2788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692640" y="3749040"/>
            <a:ext cx="1737360" cy="777240"/>
          </a:xfrm>
          <a:prstGeom prst="rect">
            <a:avLst/>
          </a:prstGeom>
          <a:solidFill>
            <a:srgbClr val="2A3441"/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92640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Formatter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692640" y="4709160"/>
            <a:ext cx="1737360" cy="777240"/>
          </a:xfrm>
          <a:prstGeom prst="rect">
            <a:avLst/>
          </a:prstGeom>
          <a:solidFill>
            <a:srgbClr val="2A3441"/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92640" y="4709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RingBuffer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architecture: GUI never reads /proc directly — Core readers do, then expose model objects upstream.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Activity Monitor  ·  OOP 2 (MSC1052)  ·  Spring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SRC/CORE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Module  ·  classes &amp; inheritance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IDataReader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3240" y="18288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abstract interface — read() =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IRenderable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2286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abstract — toDisplayString() =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286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43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SystemInfo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27432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— source path + timestamp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00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CpuInfo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63240" y="32004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— CPU tick counters + usage 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3200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657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ProcessInfo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63240" y="3657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— single process entry (pid, name, mem…)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6576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114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ProcessList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63240" y="41148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— vector&lt;ProcessInfo&gt; with sort/filter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4114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CpuReader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063240" y="4572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/proc/stat → fills a CpuInfo snapshot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4572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029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ProcessReader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63240" y="50292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/proc/[pid]/ → fills a ProcessList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5029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5486400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486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MonitorExceptions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63240" y="54864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hierarchy (FileReadException, …)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5486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589520" y="1828800"/>
            <a:ext cx="4023360" cy="4206240"/>
          </a:xfrm>
          <a:prstGeom prst="rect">
            <a:avLst/>
          </a:prstGeom>
          <a:solidFill>
            <a:srgbClr val="1A2028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RELATIONSHIPS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7240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INHERITANCE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2633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SystemInfo → CpuInfo, ProcessInfo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72400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IMPL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33467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IDataReader → CpuReader, ProcessReader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72400" y="3803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IMPL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0" y="40599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IRenderable → SystemInfo (transitive)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72400" y="4517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4773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ProcessList owns vector&lt;ProcessInfo&gt;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72400" y="5230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4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FileReadException : std::runtime_error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 Husniddin · Fazliddin · Shakhruz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Activity Monitor  ·  OOP 2 (MSC1052)  ·  Spring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SRC/GUI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 Module  ·  Qt 6 widgets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40680" cy="91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QMainWindow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all subsystems. Drives the 1-second QTimer that triggers every refresh. Owns the readers and the process list.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828800"/>
            <a:ext cx="5440680" cy="91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CpuGraphWidget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46520" y="24871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QWidget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Custom-painted live graph using QPainter — antialiased line, gradient fill, dotted gridlines, percentage axis labels.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31920"/>
            <a:ext cx="5440680" cy="91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ProcessTableModel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45902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QAbstractTableModel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ProcessInfo data to QTableView. Implements rowCount, columnCount, data, headerData. Supports per-column sort.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931920"/>
            <a:ext cx="5440680" cy="91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AboutDialog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46520" y="45902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QDialog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49377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dialog opened from Help → About. Shows application info, version, course details, contributors.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 Shermuhammad · Mirahmad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Activity Monitor  ·  OOP 2 (MSC1052)  ·  Spring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·  SRC/UTILS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 Module  ·  templates &amp; helpers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66160" cy="9144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SINGLETON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global instance via static getInstance()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timestamped lines to monitor.log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Levels: INFO, WARN, ERROR,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append, never crashes on disk full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28800"/>
            <a:ext cx="3566160" cy="9144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628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TEMPLATES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29260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template&lt;T&gt; clamp(T value, T lo, T hi)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template&lt;T&gt; calculatePercent(T part, T total)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formatValue() — int, double, size_t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polymorphism (function overloading)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828800"/>
            <a:ext cx="3566160" cy="91440"/>
          </a:xfrm>
          <a:prstGeom prst="rect">
            <a:avLst/>
          </a:prstGeom>
          <a:solidFill>
            <a:srgbClr val="FDCB6E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RingBuffer&lt;T&gt;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7532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TEMPLATE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29260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circular buffer (60 samples default)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push_back(value) — auto-overwrites oldest entry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Random-access iteration for chart rendering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CpuGraphWidget for 60-second history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 Shohjahon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Activity Monitor  ·  OOP 2 (MSC1052)  ·  Spring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·  UML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UML Class Diagram (simplified)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21945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«interface»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IDataReader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194560" cy="0"/>
          </a:xfrm>
          <a:prstGeom prst="line">
            <a:avLst/>
          </a:prstGeom>
          <a:noFill/>
          <a:ln w="12700">
            <a:solidFill>
              <a:srgbClr val="1A20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read() = 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1945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«interface»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IRenderable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2194560"/>
            <a:ext cx="2194560" cy="0"/>
          </a:xfrm>
          <a:prstGeom prst="line">
            <a:avLst/>
          </a:prstGeom>
          <a:noFill/>
          <a:ln w="12700">
            <a:solidFill>
              <a:srgbClr val="1A20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toDisplayString() = 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783080"/>
            <a:ext cx="2560320" cy="1325880"/>
          </a:xfrm>
          <a:prstGeom prst="rect">
            <a:avLst/>
          </a:prstGeom>
          <a:solidFill>
            <a:srgbClr val="FFF8E1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SystemInfo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2194560"/>
            <a:ext cx="2560320" cy="0"/>
          </a:xfrm>
          <a:prstGeom prst="line">
            <a:avLst/>
          </a:prstGeom>
          <a:noFill/>
          <a:ln w="12700">
            <a:solidFill>
              <a:srgbClr val="1A20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sourcePath : string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timestamp  : time_t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toDisplayString() override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3520440"/>
            <a:ext cx="2468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CpuInfo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931920"/>
            <a:ext cx="2468880" cy="0"/>
          </a:xfrm>
          <a:prstGeom prst="line">
            <a:avLst/>
          </a:prstGeom>
          <a:noFill/>
          <a:ln w="12700">
            <a:solidFill>
              <a:srgbClr val="1A20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user, nice, system : u64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idle, iowait       : u64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usagePercent() : double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operator-(other)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0" y="3520440"/>
            <a:ext cx="2468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ProcessInfo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3931920"/>
            <a:ext cx="2468880" cy="0"/>
          </a:xfrm>
          <a:prstGeom prst="line">
            <a:avLst/>
          </a:prstGeom>
          <a:noFill/>
          <a:ln w="12700">
            <a:solidFill>
              <a:srgbClr val="1A20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pid    : 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   : string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cpuPct : double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memKB  : size_t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operator&lt;(other)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520440"/>
            <a:ext cx="2194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CpuReader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3931920"/>
            <a:ext cx="2194560" cy="0"/>
          </a:xfrm>
          <a:prstGeom prst="line">
            <a:avLst/>
          </a:prstGeom>
          <a:noFill/>
          <a:ln w="12700">
            <a:solidFill>
              <a:srgbClr val="1A20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977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read() : CpuInfo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2194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892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ProcessReader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5303520"/>
            <a:ext cx="2194560" cy="0"/>
          </a:xfrm>
          <a:prstGeom prst="line">
            <a:avLst/>
          </a:prstGeom>
          <a:noFill/>
          <a:ln w="12700">
            <a:solidFill>
              <a:srgbClr val="1A20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349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read() : ProcessList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058400" y="352044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0" y="3520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ProcessList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058400" y="3931920"/>
            <a:ext cx="1691640" cy="0"/>
          </a:xfrm>
          <a:prstGeom prst="line">
            <a:avLst/>
          </a:prstGeom>
          <a:noFill/>
          <a:ln w="12700">
            <a:solidFill>
              <a:srgbClr val="1A20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49840" y="39776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items : vector&lt;ProcessInfo&gt;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sortBy(col)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filter(text)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23760" y="3108960"/>
            <a:ext cx="0" cy="411480"/>
          </a:xfrm>
          <a:prstGeom prst="line">
            <a:avLst/>
          </a:prstGeom>
          <a:noFill/>
          <a:ln w="19050">
            <a:solidFill>
              <a:srgbClr val="1A20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3108960"/>
            <a:ext cx="1508760" cy="411480"/>
          </a:xfrm>
          <a:prstGeom prst="line">
            <a:avLst/>
          </a:prstGeom>
          <a:noFill/>
          <a:ln w="19050">
            <a:solidFill>
              <a:srgbClr val="1A20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0" y="3108960"/>
            <a:ext cx="0" cy="411480"/>
          </a:xfrm>
          <a:prstGeom prst="line">
            <a:avLst/>
          </a:prstGeom>
          <a:noFill/>
          <a:ln w="19050">
            <a:solidFill>
              <a:srgbClr val="1A202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737360" y="4663440"/>
            <a:ext cx="0" cy="228600"/>
          </a:xfrm>
          <a:prstGeom prst="line">
            <a:avLst/>
          </a:prstGeom>
          <a:noFill/>
          <a:ln w="19050">
            <a:solidFill>
              <a:srgbClr val="1A2028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9966960" y="4206240"/>
            <a:ext cx="91440" cy="0"/>
          </a:xfrm>
          <a:prstGeom prst="line">
            <a:avLst/>
          </a:prstGeom>
          <a:noFill/>
          <a:ln w="19050">
            <a:solidFill>
              <a:srgbClr val="1A20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arrow = inheritance  ·  Dashed arrow = interface implementation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Activity Monitor  ·  OOP 2 (MSC1052)  ·  Spring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·  RUBRIC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OOP Features Implemented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48056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FEATURE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IN OUR CODE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&amp; Objects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SystemInfo, CpuInfo, ProcessInfo, ProcessList, all readers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Constructors &amp; Destructors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Default, parameterized, copy ctors on data 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Overloading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Formatter::formatValue() for int, double, size_t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Overloading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CpuInfo::operator-(), ProcessInfo::operator&lt; for 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Polymorphism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IDataReader::read() — virtual, called via base ptr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Compile-time Polymorphism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templates (clamp, calculatePercent), class template RingBuffer&lt;T&gt;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Inheritance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SystemInfo → CpuInfo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Inheritance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SystemInfo → { CpuInfo, ProcessInfo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Inheritance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SystemInfo + IRenderable — Qt-side: MainWindow : QMainWindow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Members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Logger::getInstance(), Formatter helpers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readers use ifstream on /proc; Logger writes monitor.log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FileReadException, ParseException — caught per tick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 6 — QMainWindow, QTimer, QPainter, QAbstractTableModel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Activity Monitor  ·  OOP 2 (MSC1052)  ·  Spring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·  ROBUSTNESS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Handling &amp; Exceptions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440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40680" cy="91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HANDLING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from /proc and writing logs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std::ifstream</a:t>
            </a: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/proc/stat — parses CPU tick counters every refresh.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std::ifstream</a:t>
            </a: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/proc/[pid]/status — extracts Name, VmRSS, Threads, State.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std::ofstream</a:t>
            </a: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append mode — Logger writes timestamped lines to monitor.log.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 reads</a:t>
            </a: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explicit close on every cycle — no file descriptor leaks.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440680" cy="4206240"/>
          </a:xfrm>
          <a:prstGeom prst="rect">
            <a:avLst/>
          </a:prstGeom>
          <a:solidFill>
            <a:srgbClr val="1A2028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HIERARCHY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MonitorExceptions.h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283464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MonitorException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public std::runtime_error;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FileReadException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public MonitorException;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C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ParseException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public MonitorException;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 reader.read();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(FileReadException&amp; 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Logger::get().warn(e.what());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Activity Monitor  ·  OOP 2 (MSC1052)  ·  Spring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· 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Collaboration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606040" cy="1371600"/>
          </a:xfrm>
          <a:prstGeom prst="rect">
            <a:avLst/>
          </a:prstGeom>
          <a:solidFill>
            <a:srgbClr val="1A2028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06040" cy="1371600"/>
          </a:xfrm>
          <a:prstGeom prst="rect">
            <a:avLst/>
          </a:prstGeom>
          <a:solidFill>
            <a:srgbClr val="1A2028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8328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606040" cy="1371600"/>
          </a:xfrm>
          <a:prstGeom prst="rect">
            <a:avLst/>
          </a:prstGeom>
          <a:solidFill>
            <a:srgbClr val="1A2028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828800"/>
            <a:ext cx="2606040" cy="1371600"/>
          </a:xfrm>
          <a:prstGeom prst="rect">
            <a:avLst/>
          </a:prstGeom>
          <a:solidFill>
            <a:srgbClr val="1A2028"/>
          </a:solidFill>
          <a:ln w="12700">
            <a:solidFill>
              <a:srgbClr val="1A2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05256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BRANCH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502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Plan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5021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codebase into core / gui / utils. Each pair owns a directory.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005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Branch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17520" y="40050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per task (e.g. feat/cpu-graph, feat/process-table).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365760" cy="36576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507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Commit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17520" y="45079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focused commits with meaningful messages. Push to remote daily.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365760" cy="36576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50109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Review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017520" y="501091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reviewed by at least one teammate before merging into main.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532120"/>
            <a:ext cx="365760" cy="36576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51560" y="5513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Merge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017520" y="55138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Squash-merge into main. CMake build verified locally before release.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Activity Monitor  ·  OOP 2 (MSC1052)  ·  Spring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shipped a real-time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system monitor.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Qt 6 and modern C++17, it covers every OOP concept on the rubric: inheritance, polymorphism (runtime and compile-time), templates, operator and function overloading, static members, file I/O, and custom exception handling — all wrapped in a clean three-module architecture.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919472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layered modules — clean separation of concerns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330952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212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driven by a single QTimer and a RingBuffer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5742432"/>
            <a:ext cx="164592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libraries beyond Qt — pure /proc parsing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 ·  Questions?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6126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github.com/BigOtron/susambil-project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1679</Words>
  <Application>Microsoft Macintosh PowerPoint</Application>
  <PresentationFormat>Widescreen</PresentationFormat>
  <Paragraphs>341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Activity Monitor</dc:title>
  <dc:subject>PptxGenJS Presentation</dc:subject>
  <dc:creator>Susambil Team</dc:creator>
  <cp:lastModifiedBy>Muhammad Karimov</cp:lastModifiedBy>
  <cp:revision>2</cp:revision>
  <dcterms:created xsi:type="dcterms:W3CDTF">2026-05-25T18:35:02Z</dcterms:created>
  <dcterms:modified xsi:type="dcterms:W3CDTF">2026-05-25T18:45:01Z</dcterms:modified>
</cp:coreProperties>
</file>